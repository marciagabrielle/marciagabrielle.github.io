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hyperlink" Target="https://www.linkedin.com/in/marcia-oliveira-956994205" TargetMode="External"/><Relationship Id="rId7" Type="http://schemas.openxmlformats.org/officeDocument/2006/relationships/hyperlink" Target="https://marciagabrielle.github.io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6" Type="http://schemas.openxmlformats.org/officeDocument/2006/relationships/image" Target="../media/image-1-5.png"/><Relationship Id="rId8" Type="http://schemas.openxmlformats.org/officeDocument/2006/relationships/image" Target="../media/image-1-6.png"/><Relationship Id="rId9" Type="http://schemas.openxmlformats.org/officeDocument/2006/relationships/image" Target="../media/image-1-7.png"/><Relationship Id="rId10" Type="http://schemas.openxmlformats.org/officeDocument/2006/relationships/image" Target="../media/image-1-8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6428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A3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Marcia Oliveira</a:t>
            </a:r>
            <a:endParaRPr lang="en-US" sz="2800" dirty="0"/>
          </a:p>
        </p:txBody>
      </p:sp>
      <p:pic>
        <p:nvPicPr>
          <p:cNvPr id="3" name="Image 0" descr="p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06424"/>
            <a:ext cx="182880" cy="182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" y="1120140"/>
            <a:ext cx="719431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Boa Vista, RR</a:t>
            </a:r>
            <a:endParaRPr lang="en-US" sz="800" dirty="0"/>
          </a:p>
        </p:txBody>
      </p:sp>
      <p:pic>
        <p:nvPicPr>
          <p:cNvPr id="5" name="Image 1" descr="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279" y="1106424"/>
            <a:ext cx="182880" cy="1828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036167" y="1120140"/>
            <a:ext cx="906883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(92) 99194-0878</a:t>
            </a:r>
            <a:endParaRPr lang="en-US" sz="800" dirty="0"/>
          </a:p>
        </p:txBody>
      </p:sp>
      <p:pic>
        <p:nvPicPr>
          <p:cNvPr id="7" name="Image 2" descr="mai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082" y="1106424"/>
            <a:ext cx="182880" cy="1828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445970" y="1120140"/>
            <a:ext cx="1519952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gabybonifacio2@gmail.com</a:t>
            </a:r>
            <a:endParaRPr lang="en-US" sz="800" dirty="0"/>
          </a:p>
        </p:txBody>
      </p:sp>
      <p:pic>
        <p:nvPicPr>
          <p:cNvPr id="9" name="Image 3" descr="linkedi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954" y="1106424"/>
            <a:ext cx="182880" cy="1828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468842" y="1120140"/>
            <a:ext cx="481084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5A3FA3"/>
                </a:solidFill>
                <a:uFill>
                  <a:solidFill>
                    <a:srgbClr val="5A3FA3"/>
                  </a:solidFill>
                </a:uFill>
                <a:latin typeface="Poppins" pitchFamily="34" charset="0"/>
                <a:ea typeface="Poppins" pitchFamily="34" charset="-122"/>
                <a:cs typeface="Poppin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n-US" sz="800" dirty="0"/>
          </a:p>
        </p:txBody>
      </p:sp>
      <p:pic>
        <p:nvPicPr>
          <p:cNvPr id="11" name="Image 4" descr="us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1527048"/>
            <a:ext cx="246888" cy="24688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905256" y="1517904"/>
            <a:ext cx="6062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3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Resumo</a:t>
            </a:r>
            <a:endParaRPr lang="en-US" sz="1200" dirty="0"/>
          </a:p>
        </p:txBody>
      </p:sp>
      <p:sp>
        <p:nvSpPr>
          <p:cNvPr id="13" name="Shape 6"/>
          <p:cNvSpPr/>
          <p:nvPr/>
        </p:nvSpPr>
        <p:spPr>
          <a:xfrm>
            <a:off x="566928" y="1856232"/>
            <a:ext cx="6428232" cy="10973"/>
          </a:xfrm>
          <a:prstGeom prst="rect">
            <a:avLst/>
          </a:prstGeom>
          <a:solidFill>
            <a:srgbClr val="DCD3F2"/>
          </a:solidFill>
          <a:ln/>
        </p:spPr>
      </p:sp>
      <p:sp>
        <p:nvSpPr>
          <p:cNvPr id="14" name="Text 7"/>
          <p:cNvSpPr txBox="1"/>
          <p:nvPr/>
        </p:nvSpPr>
        <p:spPr>
          <a:xfrm>
            <a:off x="566928" y="2057400"/>
            <a:ext cx="6428232" cy="459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Estudante de Ciência da Computação na UFRR, com experiência em análise de dados, consultas SQL, tratamento de bases e criação de dashboards em Power BI. Atuo com dados de produtos, aplicando inteligência de negócios para acompanhar indicadores, identificar oportunidades e apoiar decisões. </a:t>
            </a:r>
            <a:pPr algn="l" indent="0" marL="0">
              <a:buNone/>
            </a:pPr>
            <a:r>
              <a:rPr lang="en-US" sz="850" u="sng" dirty="0">
                <a:solidFill>
                  <a:srgbClr val="5A3FA3"/>
                </a:solidFill>
                <a:uFill>
                  <a:solidFill>
                    <a:srgbClr val="5A3FA3"/>
                  </a:solidFill>
                </a:uFill>
                <a:latin typeface="Poppins" pitchFamily="34" charset="0"/>
                <a:ea typeface="Poppins" pitchFamily="34" charset="-122"/>
                <a:cs typeface="Poppins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Veja meus projetos no portfólio.</a:t>
            </a:r>
            <a:endParaRPr lang="en-US" sz="850" dirty="0"/>
          </a:p>
        </p:txBody>
      </p:sp>
      <p:pic>
        <p:nvPicPr>
          <p:cNvPr id="15" name="Image 5" descr="brief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2791587"/>
            <a:ext cx="246888" cy="246888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905256" y="2782443"/>
            <a:ext cx="6062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3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Experiência profissional</a:t>
            </a:r>
            <a:endParaRPr lang="en-US" sz="1200" dirty="0"/>
          </a:p>
        </p:txBody>
      </p:sp>
      <p:sp>
        <p:nvSpPr>
          <p:cNvPr id="17" name="Shape 9"/>
          <p:cNvSpPr/>
          <p:nvPr/>
        </p:nvSpPr>
        <p:spPr>
          <a:xfrm>
            <a:off x="566928" y="3120771"/>
            <a:ext cx="6428232" cy="10973"/>
          </a:xfrm>
          <a:prstGeom prst="rect">
            <a:avLst/>
          </a:prstGeom>
          <a:solidFill>
            <a:srgbClr val="DCD3F2"/>
          </a:solidFill>
          <a:ln/>
        </p:spPr>
      </p:sp>
      <p:sp>
        <p:nvSpPr>
          <p:cNvPr id="18" name="Text 10"/>
          <p:cNvSpPr txBox="1"/>
          <p:nvPr/>
        </p:nvSpPr>
        <p:spPr>
          <a:xfrm>
            <a:off x="987552" y="3321939"/>
            <a:ext cx="4270248" cy="18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Engenheira de Dados Pleno</a:t>
            </a:r>
            <a:endParaRPr lang="en-US" sz="1000" dirty="0"/>
          </a:p>
        </p:txBody>
      </p:sp>
      <p:sp>
        <p:nvSpPr>
          <p:cNvPr id="19" name="Text 11"/>
          <p:cNvSpPr txBox="1"/>
          <p:nvPr/>
        </p:nvSpPr>
        <p:spPr>
          <a:xfrm>
            <a:off x="5257800" y="3340227"/>
            <a:ext cx="1737360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A3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Mai. 2026 a atual</a:t>
            </a:r>
            <a:endParaRPr lang="en-US" sz="800" dirty="0"/>
          </a:p>
        </p:txBody>
      </p:sp>
      <p:sp>
        <p:nvSpPr>
          <p:cNvPr id="20" name="Text 12"/>
          <p:cNvSpPr txBox="1"/>
          <p:nvPr/>
        </p:nvSpPr>
        <p:spPr>
          <a:xfrm>
            <a:off x="987552" y="3520567"/>
            <a:ext cx="6007608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A&amp;3 Tecnologia</a:t>
            </a:r>
            <a:endParaRPr lang="en-US" sz="800" dirty="0"/>
          </a:p>
        </p:txBody>
      </p:sp>
      <p:sp>
        <p:nvSpPr>
          <p:cNvPr id="21" name="Text 13"/>
          <p:cNvSpPr txBox="1"/>
          <p:nvPr/>
        </p:nvSpPr>
        <p:spPr>
          <a:xfrm>
            <a:off x="987552" y="3719703"/>
            <a:ext cx="6007608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Consultas SQL, tratamento e análise de dados.</a:t>
            </a:r>
            <a:endParaRPr lang="en-US" sz="8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Criação de visualizações em Power BI.</a:t>
            </a:r>
            <a:endParaRPr lang="en-US" sz="8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Aplicação de inteligência de negócios aos produtos da empresa, gerando insights que apoiam a tomada de decisão.</a:t>
            </a:r>
            <a:endParaRPr lang="en-US" sz="850" dirty="0"/>
          </a:p>
        </p:txBody>
      </p:sp>
      <p:sp>
        <p:nvSpPr>
          <p:cNvPr id="22" name="Shape 14"/>
          <p:cNvSpPr/>
          <p:nvPr/>
        </p:nvSpPr>
        <p:spPr>
          <a:xfrm>
            <a:off x="686714" y="3421253"/>
            <a:ext cx="16459" cy="1126490"/>
          </a:xfrm>
          <a:prstGeom prst="rect">
            <a:avLst/>
          </a:prstGeom>
          <a:solidFill>
            <a:srgbClr val="B9A8E6"/>
          </a:solidFill>
          <a:ln/>
        </p:spPr>
      </p:sp>
      <p:sp>
        <p:nvSpPr>
          <p:cNvPr id="23" name="Shape 15"/>
          <p:cNvSpPr/>
          <p:nvPr/>
        </p:nvSpPr>
        <p:spPr>
          <a:xfrm>
            <a:off x="585216" y="3311525"/>
            <a:ext cx="219456" cy="219456"/>
          </a:xfrm>
          <a:prstGeom prst="ellipse">
            <a:avLst/>
          </a:prstGeom>
          <a:solidFill>
            <a:srgbClr val="DCD3F2"/>
          </a:solidFill>
          <a:ln/>
        </p:spPr>
      </p:sp>
      <p:sp>
        <p:nvSpPr>
          <p:cNvPr id="24" name="Shape 16"/>
          <p:cNvSpPr/>
          <p:nvPr/>
        </p:nvSpPr>
        <p:spPr>
          <a:xfrm>
            <a:off x="626364" y="3352673"/>
            <a:ext cx="137160" cy="137160"/>
          </a:xfrm>
          <a:prstGeom prst="ellipse">
            <a:avLst/>
          </a:prstGeom>
          <a:solidFill>
            <a:srgbClr val="5A3FA3"/>
          </a:solidFill>
          <a:ln/>
        </p:spPr>
      </p:sp>
      <p:sp>
        <p:nvSpPr>
          <p:cNvPr id="25" name="Text 17"/>
          <p:cNvSpPr txBox="1"/>
          <p:nvPr/>
        </p:nvSpPr>
        <p:spPr>
          <a:xfrm>
            <a:off x="987552" y="4639183"/>
            <a:ext cx="4270248" cy="18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Técnico de Suporte Pleno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5257800" y="4657471"/>
            <a:ext cx="1737360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A3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Jun. 2025 a Mai. 2026</a:t>
            </a:r>
            <a:endParaRPr lang="en-US" sz="800" dirty="0"/>
          </a:p>
        </p:txBody>
      </p:sp>
      <p:sp>
        <p:nvSpPr>
          <p:cNvPr id="27" name="Text 19"/>
          <p:cNvSpPr txBox="1"/>
          <p:nvPr/>
        </p:nvSpPr>
        <p:spPr>
          <a:xfrm>
            <a:off x="987552" y="4837811"/>
            <a:ext cx="6007608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Maradilha Ferrovias (empresa terceirizada do TRE-RR)</a:t>
            </a:r>
            <a:endParaRPr lang="en-US" sz="800" dirty="0"/>
          </a:p>
        </p:txBody>
      </p:sp>
      <p:sp>
        <p:nvSpPr>
          <p:cNvPr id="28" name="Text 20"/>
          <p:cNvSpPr txBox="1"/>
          <p:nvPr/>
        </p:nvSpPr>
        <p:spPr>
          <a:xfrm>
            <a:off x="987552" y="5036947"/>
            <a:ext cx="6007608" cy="542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Atendimento remoto inicial aos usuários para resolver problemas técnicos do dia a dia, via chamados no GLPI.</a:t>
            </a:r>
            <a:endParaRPr lang="en-US" sz="8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Criação de dashboards sempre que surgia uma demanda de visualização de dados.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686714" y="4738497"/>
            <a:ext cx="16459" cy="932053"/>
          </a:xfrm>
          <a:prstGeom prst="rect">
            <a:avLst/>
          </a:prstGeom>
          <a:solidFill>
            <a:srgbClr val="B9A8E6"/>
          </a:solidFill>
          <a:ln/>
        </p:spPr>
      </p:sp>
      <p:sp>
        <p:nvSpPr>
          <p:cNvPr id="30" name="Shape 22"/>
          <p:cNvSpPr/>
          <p:nvPr/>
        </p:nvSpPr>
        <p:spPr>
          <a:xfrm>
            <a:off x="626364" y="4669917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A3FA3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987552" y="5761990"/>
            <a:ext cx="4270248" cy="18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Estágio em TI, com foco em análise de dados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5257800" y="5780278"/>
            <a:ext cx="1737360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A3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Jul. 2024 a Jun. 2025</a:t>
            </a:r>
            <a:endParaRPr lang="en-US" sz="800" dirty="0"/>
          </a:p>
        </p:txBody>
      </p:sp>
      <p:sp>
        <p:nvSpPr>
          <p:cNvPr id="33" name="Text 25"/>
          <p:cNvSpPr txBox="1"/>
          <p:nvPr/>
        </p:nvSpPr>
        <p:spPr>
          <a:xfrm>
            <a:off x="987552" y="5960618"/>
            <a:ext cx="6007608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Tribunal Regional Eleitoral de Roraima (TRE-RR)</a:t>
            </a:r>
            <a:endParaRPr lang="en-US" sz="800" dirty="0"/>
          </a:p>
        </p:txBody>
      </p:sp>
      <p:sp>
        <p:nvSpPr>
          <p:cNvPr id="34" name="Text 26"/>
          <p:cNvSpPr txBox="1"/>
          <p:nvPr/>
        </p:nvSpPr>
        <p:spPr>
          <a:xfrm>
            <a:off x="987552" y="6159754"/>
            <a:ext cx="6007608" cy="695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Coleta, organização e análise de dados com Excel e Python, aplicando técnicas de tratamento e visualização para gerar insights.</a:t>
            </a:r>
            <a:endParaRPr lang="en-US" sz="8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Desenvolvimento de relatórios e dashboards interativos em Power BI, facilitando o acompanhamento de indicadores e apoiando decisões.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686714" y="5861304"/>
            <a:ext cx="16459" cy="1085342"/>
          </a:xfrm>
          <a:prstGeom prst="rect">
            <a:avLst/>
          </a:prstGeom>
          <a:solidFill>
            <a:srgbClr val="B9A8E6"/>
          </a:solidFill>
          <a:ln/>
        </p:spPr>
      </p:sp>
      <p:sp>
        <p:nvSpPr>
          <p:cNvPr id="36" name="Shape 28"/>
          <p:cNvSpPr/>
          <p:nvPr/>
        </p:nvSpPr>
        <p:spPr>
          <a:xfrm>
            <a:off x="626364" y="5792724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A3FA3"/>
            </a:solidFill>
            <a:prstDash val="solid"/>
          </a:ln>
        </p:spPr>
      </p:sp>
      <p:pic>
        <p:nvPicPr>
          <p:cNvPr id="37" name="Image 6" descr="cap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7083806"/>
            <a:ext cx="246888" cy="246888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905256" y="7074662"/>
            <a:ext cx="6062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3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Educação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566928" y="7412990"/>
            <a:ext cx="6428232" cy="10973"/>
          </a:xfrm>
          <a:prstGeom prst="rect">
            <a:avLst/>
          </a:prstGeom>
          <a:solidFill>
            <a:srgbClr val="DCD3F2"/>
          </a:solidFill>
          <a:ln/>
        </p:spPr>
      </p:sp>
      <p:sp>
        <p:nvSpPr>
          <p:cNvPr id="40" name="Text 31"/>
          <p:cNvSpPr txBox="1"/>
          <p:nvPr/>
        </p:nvSpPr>
        <p:spPr>
          <a:xfrm>
            <a:off x="566928" y="7614158"/>
            <a:ext cx="4690872" cy="18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Universidade Federal de Roraima (UFRR)</a:t>
            </a:r>
            <a:endParaRPr lang="en-US" sz="1000" dirty="0"/>
          </a:p>
        </p:txBody>
      </p:sp>
      <p:sp>
        <p:nvSpPr>
          <p:cNvPr id="41" name="Text 32"/>
          <p:cNvSpPr txBox="1"/>
          <p:nvPr/>
        </p:nvSpPr>
        <p:spPr>
          <a:xfrm>
            <a:off x="4800600" y="7632446"/>
            <a:ext cx="2194560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A3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Ago. 2020 a Jul. 2027 (previsto)</a:t>
            </a:r>
            <a:endParaRPr lang="en-US" sz="800" dirty="0"/>
          </a:p>
        </p:txBody>
      </p:sp>
      <p:sp>
        <p:nvSpPr>
          <p:cNvPr id="42" name="Text 33"/>
          <p:cNvSpPr txBox="1"/>
          <p:nvPr/>
        </p:nvSpPr>
        <p:spPr>
          <a:xfrm>
            <a:off x="566928" y="7812786"/>
            <a:ext cx="6428232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Bacharelado em Ciência da Computação</a:t>
            </a:r>
            <a:endParaRPr lang="en-US" sz="800" dirty="0"/>
          </a:p>
        </p:txBody>
      </p:sp>
      <p:pic>
        <p:nvPicPr>
          <p:cNvPr id="43" name="Image 7" descr="tool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" y="8249666"/>
            <a:ext cx="246888" cy="246888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905256" y="8240522"/>
            <a:ext cx="6062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3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Conhecimentos</a:t>
            </a:r>
            <a:endParaRPr lang="en-US" sz="1200" dirty="0"/>
          </a:p>
        </p:txBody>
      </p:sp>
      <p:sp>
        <p:nvSpPr>
          <p:cNvPr id="45" name="Shape 35"/>
          <p:cNvSpPr/>
          <p:nvPr/>
        </p:nvSpPr>
        <p:spPr>
          <a:xfrm>
            <a:off x="566928" y="8578850"/>
            <a:ext cx="6428232" cy="10973"/>
          </a:xfrm>
          <a:prstGeom prst="rect">
            <a:avLst/>
          </a:prstGeom>
          <a:solidFill>
            <a:srgbClr val="DCD3F2"/>
          </a:solidFill>
          <a:ln/>
        </p:spPr>
      </p:sp>
      <p:sp>
        <p:nvSpPr>
          <p:cNvPr id="46" name="Text 36"/>
          <p:cNvSpPr txBox="1"/>
          <p:nvPr/>
        </p:nvSpPr>
        <p:spPr>
          <a:xfrm>
            <a:off x="566928" y="8789162"/>
            <a:ext cx="1600200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A3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 e painéis</a:t>
            </a:r>
            <a:endParaRPr lang="en-US" sz="800" dirty="0"/>
          </a:p>
        </p:txBody>
      </p:sp>
      <p:sp>
        <p:nvSpPr>
          <p:cNvPr id="47" name="Text 37"/>
          <p:cNvSpPr txBox="1"/>
          <p:nvPr/>
        </p:nvSpPr>
        <p:spPr>
          <a:xfrm>
            <a:off x="2167128" y="8780018"/>
            <a:ext cx="4828032" cy="153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 BI, DAX, Excel, Metabase</a:t>
            </a:r>
            <a:endParaRPr lang="en-US" sz="850" dirty="0"/>
          </a:p>
        </p:txBody>
      </p:sp>
      <p:sp>
        <p:nvSpPr>
          <p:cNvPr id="48" name="Text 38"/>
          <p:cNvSpPr txBox="1"/>
          <p:nvPr/>
        </p:nvSpPr>
        <p:spPr>
          <a:xfrm>
            <a:off x="566928" y="9024747"/>
            <a:ext cx="1600200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A3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Dados e engenharia</a:t>
            </a:r>
            <a:endParaRPr lang="en-US" sz="800" dirty="0"/>
          </a:p>
        </p:txBody>
      </p:sp>
      <p:sp>
        <p:nvSpPr>
          <p:cNvPr id="49" name="Text 39"/>
          <p:cNvSpPr txBox="1"/>
          <p:nvPr/>
        </p:nvSpPr>
        <p:spPr>
          <a:xfrm>
            <a:off x="2167128" y="9015603"/>
            <a:ext cx="4828032" cy="153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SQL, Python, ETL, Apache Airflow, Selenium</a:t>
            </a:r>
            <a:endParaRPr lang="en-US" sz="850" dirty="0"/>
          </a:p>
        </p:txBody>
      </p:sp>
      <p:sp>
        <p:nvSpPr>
          <p:cNvPr id="50" name="Text 40"/>
          <p:cNvSpPr txBox="1"/>
          <p:nvPr/>
        </p:nvSpPr>
        <p:spPr>
          <a:xfrm>
            <a:off x="566928" y="9260332"/>
            <a:ext cx="1600200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A3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Análise e IA</a:t>
            </a:r>
            <a:endParaRPr lang="en-US" sz="800" dirty="0"/>
          </a:p>
        </p:txBody>
      </p:sp>
      <p:sp>
        <p:nvSpPr>
          <p:cNvPr id="51" name="Text 41"/>
          <p:cNvSpPr txBox="1"/>
          <p:nvPr/>
        </p:nvSpPr>
        <p:spPr>
          <a:xfrm>
            <a:off x="2167128" y="9251188"/>
            <a:ext cx="4828032" cy="153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Pandas e NumPy, Matplotlib e Seaborn, Scikit-Learn, Inteligência Artificial</a:t>
            </a:r>
            <a:endParaRPr lang="en-US" sz="850" dirty="0"/>
          </a:p>
        </p:txBody>
      </p:sp>
      <p:sp>
        <p:nvSpPr>
          <p:cNvPr id="52" name="Text 42"/>
          <p:cNvSpPr txBox="1"/>
          <p:nvPr/>
        </p:nvSpPr>
        <p:spPr>
          <a:xfrm>
            <a:off x="566928" y="9495917"/>
            <a:ext cx="1600200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A3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Prática</a:t>
            </a:r>
            <a:endParaRPr lang="en-US" sz="800" dirty="0"/>
          </a:p>
        </p:txBody>
      </p:sp>
      <p:sp>
        <p:nvSpPr>
          <p:cNvPr id="53" name="Text 43"/>
          <p:cNvSpPr txBox="1"/>
          <p:nvPr/>
        </p:nvSpPr>
        <p:spPr>
          <a:xfrm>
            <a:off x="2167128" y="9486773"/>
            <a:ext cx="4828032" cy="153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Git, Metodologias ágeis</a:t>
            </a:r>
            <a:endParaRPr lang="en-US" sz="850" dirty="0"/>
          </a:p>
        </p:txBody>
      </p:sp>
      <p:sp>
        <p:nvSpPr>
          <p:cNvPr id="54" name="Text 44"/>
          <p:cNvSpPr txBox="1"/>
          <p:nvPr/>
        </p:nvSpPr>
        <p:spPr>
          <a:xfrm>
            <a:off x="566928" y="9731502"/>
            <a:ext cx="1600200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A3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Idiomas</a:t>
            </a:r>
            <a:endParaRPr lang="en-US" sz="800" dirty="0"/>
          </a:p>
        </p:txBody>
      </p:sp>
      <p:sp>
        <p:nvSpPr>
          <p:cNvPr id="55" name="Text 45"/>
          <p:cNvSpPr txBox="1"/>
          <p:nvPr/>
        </p:nvSpPr>
        <p:spPr>
          <a:xfrm>
            <a:off x="2167128" y="9722358"/>
            <a:ext cx="4828032" cy="153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Inglês (leitura intermediária, conversação básica)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eop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48640"/>
            <a:ext cx="246888" cy="24688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05256" y="539496"/>
            <a:ext cx="6062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3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Atividades complementares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66928" y="877824"/>
            <a:ext cx="6428232" cy="10973"/>
          </a:xfrm>
          <a:prstGeom prst="rect">
            <a:avLst/>
          </a:prstGeom>
          <a:solidFill>
            <a:srgbClr val="DCD3F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87552" y="1078992"/>
            <a:ext cx="4270248" cy="18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Bolsista de Engenharia de Dados (SOFTEX)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257800" y="1097280"/>
            <a:ext cx="1737360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A3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andamento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987552" y="1277620"/>
            <a:ext cx="6007608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Cogna Educação, remoto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987552" y="1476756"/>
            <a:ext cx="6007608" cy="38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Trabalho com agentes de IA para a criação de questões de nível Enade para estudantes da Cogna.</a:t>
            </a:r>
            <a:endParaRPr lang="en-US" sz="8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Geração de questões objetivas e discursivas para disciplinas.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86714" y="1178306"/>
            <a:ext cx="16459" cy="778764"/>
          </a:xfrm>
          <a:prstGeom prst="rect">
            <a:avLst/>
          </a:prstGeom>
          <a:solidFill>
            <a:srgbClr val="B9A8E6"/>
          </a:solidFill>
          <a:ln/>
        </p:spPr>
      </p:sp>
      <p:sp>
        <p:nvSpPr>
          <p:cNvPr id="10" name="Shape 7"/>
          <p:cNvSpPr/>
          <p:nvPr/>
        </p:nvSpPr>
        <p:spPr>
          <a:xfrm>
            <a:off x="585216" y="1068578"/>
            <a:ext cx="219456" cy="219456"/>
          </a:xfrm>
          <a:prstGeom prst="ellipse">
            <a:avLst/>
          </a:prstGeom>
          <a:solidFill>
            <a:srgbClr val="DCD3F2"/>
          </a:solidFill>
          <a:ln/>
        </p:spPr>
      </p:sp>
      <p:sp>
        <p:nvSpPr>
          <p:cNvPr id="11" name="Shape 8"/>
          <p:cNvSpPr/>
          <p:nvPr/>
        </p:nvSpPr>
        <p:spPr>
          <a:xfrm>
            <a:off x="626364" y="1109726"/>
            <a:ext cx="137160" cy="137160"/>
          </a:xfrm>
          <a:prstGeom prst="ellipse">
            <a:avLst/>
          </a:prstGeom>
          <a:solidFill>
            <a:srgbClr val="5A3FA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87552" y="2048510"/>
            <a:ext cx="4270248" cy="18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Monitora no Projeto de Inteligência Artificial (ABCIA)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257800" y="2066798"/>
            <a:ext cx="1737360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A3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Finalizado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987552" y="2247138"/>
            <a:ext cx="6007608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Universidade Federal de Roraima, remoto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987552" y="2446274"/>
            <a:ext cx="6007608" cy="889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Monitora do curso de Introdução à Inteligência Artificial (ABC da Inteligência Artificial), com suporte direto aos estudantes e assistência aos coordenadores.</a:t>
            </a:r>
            <a:endParaRPr lang="en-US" sz="8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Relatórios de acompanhamento e gestão do progresso dos alunos, cobrança de conclusão de atividades e suporte técnico e operacional.</a:t>
            </a:r>
            <a:endParaRPr lang="en-US" sz="8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Gestão das redes sociais do projeto e criação de posts para divulgação e engajamento.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86714" y="2147824"/>
            <a:ext cx="16459" cy="1279779"/>
          </a:xfrm>
          <a:prstGeom prst="rect">
            <a:avLst/>
          </a:prstGeom>
          <a:solidFill>
            <a:srgbClr val="B9A8E6"/>
          </a:solidFill>
          <a:ln/>
        </p:spPr>
      </p:sp>
      <p:sp>
        <p:nvSpPr>
          <p:cNvPr id="17" name="Shape 14"/>
          <p:cNvSpPr/>
          <p:nvPr/>
        </p:nvSpPr>
        <p:spPr>
          <a:xfrm>
            <a:off x="626364" y="2079244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A3FA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87552" y="3519043"/>
            <a:ext cx="4270248" cy="18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Trabalho voluntário: Operação Acolhida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257800" y="3537331"/>
            <a:ext cx="1737360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A3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Finalizado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987552" y="3717671"/>
            <a:ext cx="6007608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Universidade Federal de Roraima, presencial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987552" y="3916807"/>
            <a:ext cx="6007608" cy="889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Monitora no Curso de Capacitação em Informática do programa Caminho Digital, para imigrantes venezuelanos.</a:t>
            </a:r>
            <a:endParaRPr lang="en-US" sz="8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Capacitações com a plataforma Escola do Trabalhador 4.0, no Centro Cultural e de Formação Indígena (Jardim Floresta).</a:t>
            </a:r>
            <a:endParaRPr lang="en-US" sz="8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Orientação técnica e acompanhamento educacional para a integração digital dos participantes.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86714" y="3618357"/>
            <a:ext cx="16459" cy="1279779"/>
          </a:xfrm>
          <a:prstGeom prst="rect">
            <a:avLst/>
          </a:prstGeom>
          <a:solidFill>
            <a:srgbClr val="B9A8E6"/>
          </a:solidFill>
          <a:ln/>
        </p:spPr>
      </p:sp>
      <p:sp>
        <p:nvSpPr>
          <p:cNvPr id="23" name="Shape 20"/>
          <p:cNvSpPr/>
          <p:nvPr/>
        </p:nvSpPr>
        <p:spPr>
          <a:xfrm>
            <a:off x="626364" y="3549777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A3FA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87552" y="4989576"/>
            <a:ext cx="4270248" cy="18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Trabalho voluntário: Macuxi Digital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257800" y="5007864"/>
            <a:ext cx="1737360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A3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Finalizado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987552" y="5188204"/>
            <a:ext cx="6007608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Universidade Federal de Roraima, híbrido (remoto e presencial)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987552" y="5387340"/>
            <a:ext cx="6007608" cy="889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Monitora do curso de Capacitação em Tecnologias Computacionais e Mercado de Trabalho, com foco em mulheres estudantes.</a:t>
            </a:r>
            <a:endParaRPr lang="en-US" sz="8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Gerenciamento do curso e monitorias presenciais: funcionamento básico do computador, sites com Wix, aplicativos com Thunkable, programação básica com Scratch e otimização de perfis no LinkedIn.</a:t>
            </a:r>
            <a:endParaRPr lang="en-US" sz="8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Promoção de inclusão e capacitação tecnológica para mulheres.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86714" y="5088890"/>
            <a:ext cx="16459" cy="1279779"/>
          </a:xfrm>
          <a:prstGeom prst="rect">
            <a:avLst/>
          </a:prstGeom>
          <a:solidFill>
            <a:srgbClr val="B9A8E6"/>
          </a:solidFill>
          <a:ln/>
        </p:spPr>
      </p:sp>
      <p:sp>
        <p:nvSpPr>
          <p:cNvPr id="29" name="Shape 26"/>
          <p:cNvSpPr/>
          <p:nvPr/>
        </p:nvSpPr>
        <p:spPr>
          <a:xfrm>
            <a:off x="626364" y="5020310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A3FA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87552" y="6460109"/>
            <a:ext cx="4270248" cy="18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Programa de Residência em TIC (BRISA)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257800" y="6478397"/>
            <a:ext cx="1737360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A3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Finalizado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987552" y="6658737"/>
            <a:ext cx="6007608" cy="14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7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Sociedade para o Desenvolvimento da Tecnologia da Informação (BRISA), remoto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987552" y="6857873"/>
            <a:ext cx="6007608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Monitora bolsista na 1ª etapa do projeto (Nivelamento em Computação Básica), auxiliando os professores na execução.</a:t>
            </a:r>
            <a:endParaRPr lang="en-US" sz="8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Gerenciamento das atividades dos alunos e monitoramento da conclusão de tarefas e pendências.</a:t>
            </a:r>
            <a:endParaRPr lang="en-US" sz="8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623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Suporte técnico e pedagógico para esclarecimento de dúvidas.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86714" y="6559423"/>
            <a:ext cx="16459" cy="1126490"/>
          </a:xfrm>
          <a:prstGeom prst="rect">
            <a:avLst/>
          </a:prstGeom>
          <a:solidFill>
            <a:srgbClr val="B9A8E6"/>
          </a:solidFill>
          <a:ln/>
        </p:spPr>
      </p:sp>
      <p:sp>
        <p:nvSpPr>
          <p:cNvPr id="35" name="Shape 32"/>
          <p:cNvSpPr/>
          <p:nvPr/>
        </p:nvSpPr>
        <p:spPr>
          <a:xfrm>
            <a:off x="626364" y="6490843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A3FA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Currículo Marcia Oliveira</dc:title>
  <dc:subject>PptxGenJS Presentation</dc:subject>
  <dc:creator>Marcia Oliveira</dc:creator>
  <cp:lastModifiedBy>Marcia Oliveira</cp:lastModifiedBy>
  <cp:revision>1</cp:revision>
  <dcterms:created xsi:type="dcterms:W3CDTF">2026-10-21T02:01:59Z</dcterms:created>
  <dcterms:modified xsi:type="dcterms:W3CDTF">2026-10-21T02:01:59Z</dcterms:modified>
</cp:coreProperties>
</file>